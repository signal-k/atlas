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9B3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D1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Signups</c:v>
                  </c:pt>
                  <c:pt idx="1">
                    <c:v>Paying customers</c:v>
                  </c:pt>
                  <c:pt idx="2">
                    <c:v>Paying strangers*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61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0D1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8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years ago I was carrying a telescope worth more than my car. Tonight, all I carry is my phone. This is Atlas — the app that tells you: yes, you CAN stargaze, tonight, from exactly where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spent my career in this exact space — designing the payload interface for an unmanned moon mission as CTO of Copernic Space, building fraud-prevention technology with Mastercard and NAB, and running my own space-education startup since I was eighteen. But Atlas didn't come from a boardroom. It came from standing outside, phone in hand, not knowing where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problem: astronomy apps hand beginners the entire sky — every star, every catalog entry — and expect them to figure it out. That's not guidance, that's paralysis. People assume they need a telescope, get overwhelmed, and go back inside. One bad night, and they never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does the opposite. It takes the maths — altitude, moonlight, cloud cover, timing — and turns it into one sentence: you'll see the Moon clearly tonight, southwest, low on the horizon. We're not giving you 100% of the sky. We're giving you the 90% that's actually visible tonight — free, with the phone already in your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feature is where this clicks. It bundles the best time, the exact direction, and phone-specific camera settings into one page. Every single free user opened it. All but four started subscribing on the spot. We didn't have to sell this feature — it sold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entries, photo challenges, a community feed — they're not there to keep people scrolling. They're there to build confidence until someone's ready to meet other stargazers in person, at a real dark-sky site. Online is the on-ramp, not the destination — and for the many of us in remote places, both still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two weeks since July 14th, that loop already works: 75 signups, 61 paying customers, CHF 1,028 in revenue — with zero ad spend. Eight of those customers have never met me. Three came from an astronomy group in Amsterdam I barely know. One Instagram story cycle brought 1,254 views and 40 people straight into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this goes next: affiliate partnerships with telescope and camera makers, so users can borrow their way into better gear. Dark-sky group tours — the single angle every mentor I've spoken to has flagged as the most exciting. And a zero-budget content engine already turning strangers into subscribers, one video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exists to say one thing to anyone who's ever looked up and felt lost: you CAN stargaze. Tonight, anywhere, with what's already in your pocket.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5788" y="777240"/>
            <a:ext cx="960120" cy="9601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400" dirty="0"/>
          </a:p>
        </p:txBody>
      </p:sp>
      <p:sp>
        <p:nvSpPr>
          <p:cNvPr id="74" name="Text 71"/>
          <p:cNvSpPr/>
          <p:nvPr/>
        </p:nvSpPr>
        <p:spPr>
          <a:xfrm>
            <a:off x="0" y="2761488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2600" dirty="0"/>
          </a:p>
        </p:txBody>
      </p:sp>
      <p:sp>
        <p:nvSpPr>
          <p:cNvPr id="75" name="Text 72"/>
          <p:cNvSpPr/>
          <p:nvPr/>
        </p:nvSpPr>
        <p:spPr>
          <a:xfrm>
            <a:off x="0" y="33101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the phone already in your pocket.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Martin   ·   European Innovation Academy   ·   youratlas.cc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BUILDING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 in this industry, building the app he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F6F4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40280"/>
            <a:ext cx="4343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“I’ve spent thousands of francs on telescopes. Right now I live out of a suitcase — just my eyes and a smartphone. Atlas is the app I wished existed on every one of those nights.”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41879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Martin, Founder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" name="Image 0" descr="/sessions/dreamy-zealous-galileo/mnt/outputs/atlas_deck/assets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202082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93992" y="1847088"/>
            <a:ext cx="4757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CTO, Copernic Space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93992" y="2203704"/>
            <a:ext cx="4757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startup — designed the payload interface for an unmanned lunar mission.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3172968"/>
            <a:ext cx="512064" cy="51206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3319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3992" y="3145536"/>
            <a:ext cx="4757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engineer, fraud prevention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793992" y="3502152"/>
            <a:ext cx="4757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consumer anti-scam technology in partnership with Mastercard and NAB.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4471416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6" name="Image 2" descr="/sessions/dreamy-zealous-galileo/mnt/outputs/atlas_deck/assets/icons/sig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46177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4443984"/>
            <a:ext cx="4757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Signal Kinetics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93992" y="4800600"/>
            <a:ext cx="4757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space &amp; science products since 2020 — 2,000+ users across the ecosystem.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 dies at “I don’t know where to start.”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F6F4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6" name="Image 0" descr="/sessions/dreamy-zealous-galileo/mnt/outputs/atlas_deck/assets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62072"/>
            <a:ext cx="2907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even visible tonight?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15968" y="196596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F6F4FB"/>
          </a:solidFill>
          <a:ln/>
        </p:spPr>
      </p:sp>
      <p:sp>
        <p:nvSpPr>
          <p:cNvPr id="9" name="Shape 6"/>
          <p:cNvSpPr/>
          <p:nvPr/>
        </p:nvSpPr>
        <p:spPr>
          <a:xfrm>
            <a:off x="4590288" y="224028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0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38658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0288" y="2862072"/>
            <a:ext cx="2907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worth going outside?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991856" y="196596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F6F4FB"/>
          </a:solidFill>
          <a:ln/>
        </p:spPr>
      </p:sp>
      <p:sp>
        <p:nvSpPr>
          <p:cNvPr id="13" name="Shape 9"/>
          <p:cNvSpPr/>
          <p:nvPr/>
        </p:nvSpPr>
        <p:spPr>
          <a:xfrm>
            <a:off x="8266176" y="2240280"/>
            <a:ext cx="457200" cy="45720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4" name="Image 2" descr="/sessions/dreamy-zealous-galileo/mnt/outputs/atlas_deck/assets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86584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66176" y="2862072"/>
            <a:ext cx="2907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even point my phone?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080" y="41148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hand beginners the entire sky — thousands of stars, one giant catalog — and expect them to know what to do with it. That’s choice paralysis, not guidance. One confusing, cloudy night, and most people never try again.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visitors landed on the page and never went further.” — early Atlas analytics, before the plain-language rebuild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sky. Just the part that matters tonight.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takes the maths of astronomy — altitude, magnitude, moonlight, cloud cover, timing — and turns it into one sentence a beginner can act on tonight.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892040" cy="1600200"/>
          </a:xfrm>
          <a:prstGeom prst="roundRect">
            <a:avLst>
              <a:gd name="adj" fmla="val 5714"/>
            </a:avLst>
          </a:prstGeom>
          <a:solidFill>
            <a:srgbClr val="F6F4F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319272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would see the Moon clearly, with shape, shadow, or surface detail visible by eye.”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42793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Atlas told a beginner in London, tonight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9B3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the sky. In plain language. For free.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879592" y="1542859"/>
            <a:ext cx="5843016" cy="4046601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12700">
            <a:solidFill>
              <a:srgbClr val="E7E5EC"/>
            </a:solidFill>
            <a:prstDash val="solid"/>
          </a:ln>
          <a:effectLst>
            <a:outerShdw sx="100000" sy="100000" kx="0" ky="0" algn="bl" rotWithShape="0" blurRad="228600" dist="76200" dir="5400000">
              <a:srgbClr val="1B1E2B">
                <a:alpha val="18000"/>
              </a:srgbClr>
            </a:outerShdw>
          </a:effectLst>
        </p:spPr>
      </p:sp>
      <p:pic>
        <p:nvPicPr>
          <p:cNvPr id="10" name="Image 0" descr="/sessions/dreamy-zealous-galileo/mnt/outputs/atlas_deck/assets/plan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52587"/>
            <a:ext cx="5623560" cy="38271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685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SELLS ITSELF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0080" y="12344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9200" dirty="0"/>
          </a:p>
        </p:txBody>
      </p:sp>
      <p:sp>
        <p:nvSpPr>
          <p:cNvPr id="74" name="Text 72"/>
          <p:cNvSpPr/>
          <p:nvPr/>
        </p:nvSpPr>
        <p:spPr>
          <a:xfrm>
            <a:off x="640080" y="25420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free users opened Plan — the trip planner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0080" y="32461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but 4 started subscribing on the spot.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40080" y="3886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bundles the best time, the exact direction, dark-sky conditions, and phone-specific camera settings into one page. It's the moment a beginner realizes this is a real, usable plan — and the moment they pay for the deeper version.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8641080" y="800100"/>
            <a:ext cx="2443420" cy="5074920"/>
          </a:xfrm>
          <a:prstGeom prst="roundRect">
            <a:avLst>
              <a:gd name="adj" fmla="val 10478"/>
            </a:avLst>
          </a:prstGeom>
          <a:solidFill>
            <a:srgbClr val="12141D"/>
          </a:solidFill>
          <a:ln w="15875">
            <a:solidFill>
              <a:srgbClr val="1A1D2A"/>
            </a:solidFill>
            <a:prstDash val="solid"/>
          </a:ln>
          <a:effectLst>
            <a:outerShdw sx="100000" sy="100000" kx="0" ky="0" algn="bl" rotWithShape="0" blurRad="279400" dist="127000" dir="5400000">
              <a:srgbClr val="000000">
                <a:alpha val="45000"/>
              </a:srgbClr>
            </a:outerShdw>
          </a:effectLst>
        </p:spPr>
      </p:sp>
      <p:pic>
        <p:nvPicPr>
          <p:cNvPr id="78" name="Image 0" descr="/sessions/dreamy-zealous-galileo/mnt/outputs/atlas_deck/assets/today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891540"/>
            <a:ext cx="2260540" cy="4892040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photo online to a night under real skies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566928" cy="566928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5" name="Image 0" descr="/sessions/dreamy-zealous-galileo/mnt/outputs/atlas_deck/assets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951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80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you saw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26440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challenges and journal entries turn one good night into visible proof.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9624" y="2203704"/>
            <a:ext cx="393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97680" y="2148840"/>
            <a:ext cx="566928" cy="566928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0" name="Image 1" descr="/sessions/dreamy-zealous-galileo/mnt/outputs/atlas_deck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2880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people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297680" y="326440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feed surfaces nearby beginners and local astrophotographers.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15784" y="2203704"/>
            <a:ext cx="393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7863840" y="2148840"/>
            <a:ext cx="566928" cy="566928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5" name="Image 2" descr="/sessions/dreamy-zealous-galileo/mnt/outputs/atlas_deck/assets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229514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63840" y="2880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under a real sky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863840" y="326440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pull is toward an actual dark-sky meetup — not another feed to scroll.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7091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6F4FB"/>
          </a:solidFill>
          <a:ln/>
        </p:spPr>
      </p:sp>
      <p:sp>
        <p:nvSpPr>
          <p:cNvPr id="19" name="Text 14"/>
          <p:cNvSpPr/>
          <p:nvPr/>
        </p:nvSpPr>
        <p:spPr>
          <a:xfrm>
            <a:off x="960120" y="4873752"/>
            <a:ext cx="10268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dig at anyone stargazing solo from a remote spot — that’s still a full Atlas experience. But for everyone who can meet up, Atlas should gently open that door, not keep them scrolling.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weeks. Real strangers. Real money.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14 July 2026 — zero ad spend.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8728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1,028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72784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42248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06840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strangers*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977640"/>
          <a:ext cx="5532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37960" y="3977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6F4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812280" y="425196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0" descr="/sessions/dreamy-zealous-galileo/mnt/outputs/atlas_deck/assets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4398264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48737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Instagram story views → 40 clicks straight into the 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12280" y="5513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Stories in a single week, on a personal account.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60624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*8 paying customers with no personal relationship to the founder, + 3 from an Amsterdam astronomy group.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grows from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397764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07568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6" name="Image 0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834640"/>
            <a:ext cx="2871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&amp; gear partners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566160"/>
            <a:ext cx="28712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Telescope, camera, and binocular partners give users a path into better gear — without needing to own it outright.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456432" cy="397764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08576" y="2075688"/>
            <a:ext cx="548640" cy="54864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1" name="Image 1" descr="/sessions/dreamy-zealous-galileo/mnt/outputs/atlas_deck/assets/icons/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21992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61888" y="216712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/>
        </p:spPr>
      </p:sp>
      <p:sp>
        <p:nvSpPr>
          <p:cNvPr id="13" name="Text 9"/>
          <p:cNvSpPr/>
          <p:nvPr/>
        </p:nvSpPr>
        <p:spPr>
          <a:xfrm>
            <a:off x="5961888" y="21671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Mentor-validated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08576" y="2834640"/>
            <a:ext cx="2871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dark-sky tours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08576" y="3566160"/>
            <a:ext cx="28712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angle every mentor has flagged as the most exciting — ticketed, in-person nights at real dark-sky sites.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91856" y="1783080"/>
            <a:ext cx="3456432" cy="397764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4464" y="207568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8" name="Image 2" descr="/sessions/dreamy-zealous-galileo/mnt/outputs/atlas_deck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2219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2834640"/>
            <a:ext cx="2871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growth flywheel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84464" y="3566160"/>
            <a:ext cx="28712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zero-budget content engine — YouTube Shorts and The Daily Transit — already turning strangers into subscribers.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371600"/>
            <a:ext cx="777240" cy="77724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4200" dirty="0"/>
          </a:p>
        </p:txBody>
      </p:sp>
      <p:sp>
        <p:nvSpPr>
          <p:cNvPr id="74" name="Text 71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what’s already in your pocket.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youratlas.cc   ·   Liam Martin   ·   liam@skinetics.tech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2026-07-29T21:10:10Z</dcterms:created>
  <dcterms:modified xsi:type="dcterms:W3CDTF">2026-07-29T21:10:10Z</dcterms:modified>
</cp:coreProperties>
</file>