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9B3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D1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Signups</c:v>
                  </c:pt>
                  <c:pt idx="1">
                    <c:v>Paying customers</c:v>
                  </c:pt>
                  <c:pt idx="2">
                    <c:v>Paying strangers*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61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0D1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8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years ago I was carrying a telescope worth more than my car. Tonight, all I carry is my phone. This is Atlas — the app that tells you: yes, you CAN stargaze, tonight, from exactly where you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I've spent my career in this exact space — I studied astrophysics at Swinburne, built open-science software as a fullstack developer at DeSci Labs, and shipped production code at airline scale on the Swiss team within Star Alliance. I also built fraud-prevention technology with Mastercard and NAB. But Atlas didn't come from a boardroom. It came from standing outside, phone in hand, not knowing where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problem: astronomy apps hand beginners the entire sky — every star, every catalog entry — and expect them to figure it out. That's not guidance, that's paralysis. Atlas does the opposite. It takes the maths — altitude, moonlight, cloud cover, timing — and turns it into one sentence: you'll see the Moon clearly tonight, southwest, low on the horizon. We're not giving you 100% of the sky. We're giving you the 90% that's actually visible tonight — free, with the phone already in your pocket.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feature is where this clicks. It bundles the best time, the exact direction, and phone-specific camera settings into one page. Every single free user opened it. All but four started subscribing on the spot. We didn't have to sell this feature — it sold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two weeks since July 14th: 75 signups, 61 paying customers, CHF 1,028 in revenue — with zero ad spend. Twenty-one of those customers have no personal relationship with me at all — several found Atlas through an astronomy group in Amsterdam. One Instagram story cycle brought 1,254 views and 40 people straight into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entries and photo challenges aren't there to keep people scrolling — they build the confidence to go outside, and the natural next step is meeting other stargazers in person. That's where this grows: affiliate partnerships so users can borrow their way into better gear, dark-sky group tours — the single angle every mentor I've spoken to has flagged as most exciting — and a zero-budget content engine already turning strangers into subscribers.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exists to say one thing to anyone who's ever looked up and felt lost: you CAN stargaze. Tonight, anywhere, with what's already in your pocket.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5788" y="777240"/>
            <a:ext cx="960120" cy="96012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400" dirty="0"/>
          </a:p>
        </p:txBody>
      </p:sp>
      <p:sp>
        <p:nvSpPr>
          <p:cNvPr id="74" name="Text 71"/>
          <p:cNvSpPr/>
          <p:nvPr/>
        </p:nvSpPr>
        <p:spPr>
          <a:xfrm>
            <a:off x="0" y="2761488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2600" dirty="0"/>
          </a:p>
        </p:txBody>
      </p:sp>
      <p:sp>
        <p:nvSpPr>
          <p:cNvPr id="75" name="Text 72"/>
          <p:cNvSpPr/>
          <p:nvPr/>
        </p:nvSpPr>
        <p:spPr>
          <a:xfrm>
            <a:off x="0" y="331012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the phone already in your pocket.</a:t>
            </a:r>
            <a:endParaRPr lang="en-US" sz="1500" dirty="0"/>
          </a:p>
        </p:txBody>
      </p:sp>
      <p:sp>
        <p:nvSpPr>
          <p:cNvPr id="76" name="Text 73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Martin   ·   European Innovation Academy   ·   youratlas.cc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BUILDING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professional in this industry, building the app he needed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6F4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94560"/>
            <a:ext cx="4343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“I’ve spent thousands of francs on telescopes. Right now I live out of a suitcase — just my eyes and a smartphone. Atlas is the app I wished existed on every one of those nights.”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51937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Liam Martin, Founder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475488" cy="475488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" name="Image 0" descr="/sessions/dreamy-zealous-galileo/mnt/outputs/atlas_deck/assets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1975104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57416" y="1801368"/>
            <a:ext cx="479419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Astrophysics, Swinburne University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57416" y="2130552"/>
            <a:ext cx="47941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science Atlas is built on, before it was a product.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2852928"/>
            <a:ext cx="475488" cy="475488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sig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29992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57416" y="2825496"/>
            <a:ext cx="479419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developer, DeSci Labs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57416" y="3154680"/>
            <a:ext cx="47941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open-science publishing software — data, papers, and tooling in the open.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387705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8232A"/>
          </a:solidFill>
          <a:ln/>
        </p:spPr>
      </p:sp>
      <p:sp>
        <p:nvSpPr>
          <p:cNvPr id="16" name="Shape 12"/>
          <p:cNvSpPr/>
          <p:nvPr/>
        </p:nvSpPr>
        <p:spPr>
          <a:xfrm>
            <a:off x="6199632" y="4081516"/>
            <a:ext cx="237744" cy="66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285220" y="3995928"/>
            <a:ext cx="665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757416" y="3849624"/>
            <a:ext cx="479419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developer, Star Alliance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757416" y="4178808"/>
            <a:ext cx="47941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engineering at airline scale, on the Swiss team.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80760" y="4901184"/>
            <a:ext cx="475488" cy="475488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1" name="Image 2" descr="/sessions/dreamy-zealous-galileo/mnt/outputs/atlas_deck/asse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5047488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57416" y="4873752"/>
            <a:ext cx="479419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engineer, fraud prevention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757416" y="5202936"/>
            <a:ext cx="47941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consumer anti-scam technology in partnership with Mastercard and NAB.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→ 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sky. Just the part that matters tonight.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don’t know what’s visible tonight, whether it’s worth going outside, or where to point. Existing apps hand them the whole sky and expect them to figure it out — choice paralysis, not guidance.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takes the maths — altitude, magnitude, moonlight, cloud cover, timing — and turns it into one sentence a beginner can act on tonight.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4892040" cy="1234440"/>
          </a:xfrm>
          <a:prstGeom prst="roundRect">
            <a:avLst>
              <a:gd name="adj" fmla="val 7407"/>
            </a:avLst>
          </a:prstGeom>
          <a:solidFill>
            <a:srgbClr val="F6F4F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3794760"/>
            <a:ext cx="43068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would see the Moon clearly, with shape, shadow, or surface detail visible by eye.”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4526280"/>
            <a:ext cx="4306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Atlas told a beginner in London, tonight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B3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of the sky. In plain language. For free.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42432" y="2079117"/>
            <a:ext cx="5980176" cy="2059686"/>
          </a:xfrm>
          <a:prstGeom prst="roundRect">
            <a:avLst>
              <a:gd name="adj" fmla="val 6215"/>
            </a:avLst>
          </a:prstGeom>
          <a:solidFill>
            <a:srgbClr val="FFFFFF"/>
          </a:solidFill>
          <a:ln w="12700">
            <a:solidFill>
              <a:srgbClr val="E7E5EC"/>
            </a:solidFill>
            <a:prstDash val="solid"/>
          </a:ln>
          <a:effectLst>
            <a:outerShdw sx="100000" sy="100000" kx="0" ky="0" algn="bl" rotWithShape="0" blurRad="228600" dist="76200" dir="5400000">
              <a:srgbClr val="1B1E2B">
                <a:alpha val="18000"/>
              </a:srgbClr>
            </a:outerShdw>
          </a:effectLst>
        </p:spPr>
      </p:sp>
      <p:pic>
        <p:nvPicPr>
          <p:cNvPr id="11" name="Image 0" descr="/sessions/dreamy-zealous-galileo/mnt/outputs/atlas_deck/assets/simple-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188845"/>
            <a:ext cx="5760720" cy="18402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0" y="4303395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Atlas feed — tonight, in one card.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SELLS ITSELF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40080" y="10515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9200" dirty="0"/>
          </a:p>
        </p:txBody>
      </p:sp>
      <p:sp>
        <p:nvSpPr>
          <p:cNvPr id="74" name="Text 72"/>
          <p:cNvSpPr/>
          <p:nvPr/>
        </p:nvSpPr>
        <p:spPr>
          <a:xfrm>
            <a:off x="640080" y="23591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free users opened Plan — the trip planner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0080" y="30632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but 4 started subscribing on the spot.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40080" y="37033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bundles the best time, the exact direction, dark-sky conditions, and phone-specific camera settings into one page. It's the moment a beginner realizes this is a real, usable plan — and the moment they pay for the deeper version.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6949440" y="2125980"/>
            <a:ext cx="4709160" cy="1628775"/>
          </a:xfrm>
          <a:prstGeom prst="roundRect">
            <a:avLst>
              <a:gd name="adj" fmla="val 6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8" name="Image 0" descr="/sessions/dreamy-zealous-galileo/mnt/outputs/atlas_deck/assets/simple-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217420"/>
            <a:ext cx="4526280" cy="1445895"/>
          </a:xfrm>
          <a:prstGeom prst="rect">
            <a:avLst/>
          </a:prstGeom>
        </p:spPr>
      </p:pic>
      <p:sp>
        <p:nvSpPr>
          <p:cNvPr id="79" name="Shape 76"/>
          <p:cNvSpPr/>
          <p:nvPr/>
        </p:nvSpPr>
        <p:spPr>
          <a:xfrm>
            <a:off x="6949440" y="3937635"/>
            <a:ext cx="4709160" cy="748665"/>
          </a:xfrm>
          <a:prstGeom prst="roundRect">
            <a:avLst>
              <a:gd name="adj" fmla="val 14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101600" dir="5400000">
              <a:srgbClr val="000000">
                <a:alpha val="35000"/>
              </a:srgbClr>
            </a:outerShdw>
          </a:effectLst>
        </p:spPr>
      </p:sp>
      <p:pic>
        <p:nvPicPr>
          <p:cNvPr id="80" name="Image 1" descr="/sessions/dreamy-zealous-galileo/mnt/outputs/atlas_deck/assets/camera-pre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029075"/>
            <a:ext cx="4526280" cy="565785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weeks. Real strangers. Real money.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14 July 2026 — zero ad spend.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38728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1,028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72784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42248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06840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strangers*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977640"/>
          <a:ext cx="5532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537960" y="39776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6F4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812280" y="425196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0" name="Image 0" descr="/sessions/dreamy-zealous-galileo/mnt/outputs/atlas_deck/assets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4398264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48737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Instagram story views → 40 clicks straight into the app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812280" y="5513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Stories in a single week, on a personal account.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60624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*21 paying customers with no personal relationship to the founder — several found Atlas through an astronomy group in Amsterdam.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this grows from here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entries and photo challenges already build the confidence to go outside — here’s where that leads.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379476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" name="Image 0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87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&amp; gear partners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3840480"/>
            <a:ext cx="287121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Telescope, camera, and binocular partners give users a path into better gear — without needing to own it outright.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456432" cy="379476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08576" y="2441448"/>
            <a:ext cx="548640" cy="54864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87752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61888" y="25328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/>
        </p:spPr>
      </p:sp>
      <p:sp>
        <p:nvSpPr>
          <p:cNvPr id="14" name="Text 10"/>
          <p:cNvSpPr/>
          <p:nvPr/>
        </p:nvSpPr>
        <p:spPr>
          <a:xfrm>
            <a:off x="5961888" y="25328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Mentor-validated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608576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dark-sky tours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08576" y="3840480"/>
            <a:ext cx="287121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next step after a photo online: ticketed, in-person nights at real dark-sky sites — the angle every mentor has flagged as most exciting.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91856" y="2148840"/>
            <a:ext cx="3456432" cy="379476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18" name="Shape 14"/>
          <p:cNvSpPr/>
          <p:nvPr/>
        </p:nvSpPr>
        <p:spPr>
          <a:xfrm>
            <a:off x="8284464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9" name="Image 2" descr="/sessions/dreamy-zealous-galileo/mnt/outputs/atlas_deck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58775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4464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 growth flywheel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84464" y="3840480"/>
            <a:ext cx="287121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zero-budget content engine — YouTube Shorts and The Daily Transit — already turning strangers into subscribers.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371600"/>
            <a:ext cx="777240" cy="77724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4200" dirty="0"/>
          </a:p>
        </p:txBody>
      </p:sp>
      <p:sp>
        <p:nvSpPr>
          <p:cNvPr id="74" name="Text 71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what’s already in your pocket.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youratlas.cc   ·   Liam Martin   ·   liam@skinetics.tech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2026-07-29T21:39:24Z</dcterms:created>
  <dcterms:modified xsi:type="dcterms:W3CDTF">2026-07-29T21:39:24Z</dcterms:modified>
</cp:coreProperties>
</file>