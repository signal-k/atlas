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9B3FF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0D1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Signups</c:v>
                  </c:pt>
                  <c:pt idx="1">
                    <c:v>Paying customers</c:v>
                  </c:pt>
                  <c:pt idx="2">
                    <c:v>Paying strangers*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61</c:v>
                </c:pt>
                <c:pt idx="2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0D1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8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years ago I was carrying a telescope worth more than my car. Tonight, all I carry is my phone. This is Atlas — the app that tells you: yes, you CAN stargaze, tonight, from exactly where you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I've spent my career in this exact space — I studied astrophysics at Swinburne, founded Star Sailors, a citizen-science space gaming community now over two thousand users strong, built open-science software as a fullstack developer at DeSci Labs, and shipped production code at airline scale on the Swiss team within Star Alliance. I also built fraud-prevention technology with Mastercard and NAB. But Atlas didn't come from a boardroom. It came from standing outside, phone in hand, not knowing where to look.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problem: astronomy apps hand beginners the entire sky — every star, every catalog entry — and expect them to figure it out. That's not guidance, that's paralysis. Atlas does the opposite. It takes the maths — altitude, moonlight, cloud cover, timing — and turns it into one sentence: you'll see the Moon clearly tonight, southwest, low on the horizon. We're not giving you 100% of the sky. We're giving you the 90% that's actually visible tonight — free, with the phone already in your pocket.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Plan feature is where this clicks. It bundles the best time, the exact direction, and phone-specific camera settings into one page. Every single free user opened it. All but four started subscribing on the spot. We didn't have to sell this feature — it sold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two weeks since July 14th: 75 signups, 61 paying customers, CHF 1,028 in revenue — with zero ad spend. Twenty-one of those customers have no personal relationship with me at all — several found Atlas through an astronomy group in Amsterdam. One Instagram story cycle brought 1,254 views and 40 people straight into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Journal entries and photo challenges aren't there to keep people scrolling — they build the confidence to go outside, and the natural next step is meeting other stargazers in person. That's where this grows: affiliate partnerships so users can borrow their way into better gear, dark-sky group tours — the single angle every mentor I've spoken to has flagged as most exciting — and a zero-budget content engine already turning strangers into subscribers.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what I'm asking for. First, seed funding — to take Atlas off the phone and into the physical world: real dark-sky tours, real events, a real presence in the cities where we already have users. Second, a strategic partner — someone who can help make Atlas more capable and build toward something bigger: the infrastructure for space tourism, with Atlas as the flagship guiding the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exists to say one thing to anyone who's ever looked up and felt lost: you CAN stargaze. Tonight, anywhere, with what's already in your pocket.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666" y="399875"/>
            <a:ext cx="50070" cy="5007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41502" y="2765268"/>
            <a:ext cx="31599" cy="31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731867" y="4991010"/>
            <a:ext cx="28220" cy="282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297176" y="3536830"/>
            <a:ext cx="36750" cy="3675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44536" y="3636598"/>
            <a:ext cx="61292" cy="6129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03991" y="6005950"/>
            <a:ext cx="27725" cy="2772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59074" y="1969044"/>
            <a:ext cx="52599" cy="52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85024" y="6237469"/>
            <a:ext cx="46956" cy="469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61957" y="6595253"/>
            <a:ext cx="59009" cy="590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72040" y="256018"/>
            <a:ext cx="36308" cy="3630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158897" y="111945"/>
            <a:ext cx="52846" cy="5284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68354" y="2896409"/>
            <a:ext cx="60015" cy="600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56048" y="4702203"/>
            <a:ext cx="36282" cy="3628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74641" y="896666"/>
            <a:ext cx="34918" cy="34918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309150" y="4323837"/>
            <a:ext cx="23701" cy="2370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14613" y="6291167"/>
            <a:ext cx="55202" cy="552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66907" y="6286890"/>
            <a:ext cx="43267" cy="4326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86605" y="6083093"/>
            <a:ext cx="55660" cy="5566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222719" y="6588218"/>
            <a:ext cx="44016" cy="4401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961550" y="21518"/>
            <a:ext cx="35144" cy="3514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799473" y="3737812"/>
            <a:ext cx="61251" cy="6125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773625" y="5621333"/>
            <a:ext cx="47790" cy="4779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988484" y="3767799"/>
            <a:ext cx="31474" cy="314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826" y="137354"/>
            <a:ext cx="55475" cy="55475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665160" y="75823"/>
            <a:ext cx="45880" cy="458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08800" y="6791941"/>
            <a:ext cx="61627" cy="6162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896577" y="5492451"/>
            <a:ext cx="55345" cy="5534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73051" y="6795837"/>
            <a:ext cx="44754" cy="4475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34089" y="2689570"/>
            <a:ext cx="54677" cy="5467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473073" y="5016041"/>
            <a:ext cx="61787" cy="6178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407707" y="5029795"/>
            <a:ext cx="41629" cy="41629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3176" y="3976974"/>
            <a:ext cx="56302" cy="563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93897" y="3783930"/>
            <a:ext cx="43094" cy="430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176436" y="1698259"/>
            <a:ext cx="41158" cy="4115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071382" y="10564"/>
            <a:ext cx="22915" cy="229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95113" y="5997518"/>
            <a:ext cx="24364" cy="2436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101194" y="2752042"/>
            <a:ext cx="51410" cy="5141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64291" y="2443718"/>
            <a:ext cx="50541" cy="5054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735485" y="3615406"/>
            <a:ext cx="38529" cy="3852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832900" y="1980374"/>
            <a:ext cx="53186" cy="531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47883" y="1701956"/>
            <a:ext cx="55234" cy="5523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415063" y="2918286"/>
            <a:ext cx="58974" cy="589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036488" y="2450876"/>
            <a:ext cx="55352" cy="5535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06160" y="6663826"/>
            <a:ext cx="39500" cy="395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098855" y="3654265"/>
            <a:ext cx="57520" cy="575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55860" y="6741318"/>
            <a:ext cx="41887" cy="41887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303363" y="4762582"/>
            <a:ext cx="44100" cy="4410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995635" y="1094800"/>
            <a:ext cx="37669" cy="3766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16511" y="5853729"/>
            <a:ext cx="33830" cy="3383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73225" y="4656798"/>
            <a:ext cx="60756" cy="607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844401" y="1755134"/>
            <a:ext cx="50928" cy="5092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261438" y="5347615"/>
            <a:ext cx="60680" cy="6068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739751" y="6690518"/>
            <a:ext cx="43609" cy="436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744586" y="4870057"/>
            <a:ext cx="47040" cy="4704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28924" y="4245830"/>
            <a:ext cx="32886" cy="328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117314" y="3284153"/>
            <a:ext cx="51016" cy="5101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626843" y="3808454"/>
            <a:ext cx="57674" cy="576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602345" y="1034555"/>
            <a:ext cx="33489" cy="3348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358611" y="2665306"/>
            <a:ext cx="56436" cy="5643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442091" y="6205891"/>
            <a:ext cx="41786" cy="417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271063" y="4617845"/>
            <a:ext cx="35365" cy="3536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078177" y="6638621"/>
            <a:ext cx="22053" cy="22053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029242" y="5148862"/>
            <a:ext cx="25266" cy="2526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1100424" y="1844126"/>
            <a:ext cx="32494" cy="324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59185" y="4914930"/>
            <a:ext cx="39917" cy="3991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1923210" y="546284"/>
            <a:ext cx="37283" cy="3728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601002" y="4720053"/>
            <a:ext cx="41963" cy="4196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274709" y="3288312"/>
            <a:ext cx="43843" cy="4384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2023373" y="5271360"/>
            <a:ext cx="49781" cy="4978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0123830" y="227985"/>
            <a:ext cx="50800" cy="508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72" name="Image 0" descr="/sessions/dreamy-zealous-galileo/mnt/outputs/atlas_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5788" y="777240"/>
            <a:ext cx="960120" cy="960120"/>
          </a:xfrm>
          <a:prstGeom prst="rect">
            <a:avLst/>
          </a:prstGeom>
        </p:spPr>
      </p:pic>
      <p:sp>
        <p:nvSpPr>
          <p:cNvPr id="73" name="Text 70"/>
          <p:cNvSpPr/>
          <p:nvPr/>
        </p:nvSpPr>
        <p:spPr>
          <a:xfrm>
            <a:off x="0" y="18745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</a:t>
            </a:r>
            <a:endParaRPr lang="en-US" sz="5400" dirty="0"/>
          </a:p>
        </p:txBody>
      </p:sp>
      <p:sp>
        <p:nvSpPr>
          <p:cNvPr id="74" name="Text 71"/>
          <p:cNvSpPr/>
          <p:nvPr/>
        </p:nvSpPr>
        <p:spPr>
          <a:xfrm>
            <a:off x="0" y="2761488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stargaze.</a:t>
            </a:r>
            <a:endParaRPr lang="en-US" sz="2600" dirty="0"/>
          </a:p>
        </p:txBody>
      </p:sp>
      <p:sp>
        <p:nvSpPr>
          <p:cNvPr id="75" name="Text 72"/>
          <p:cNvSpPr/>
          <p:nvPr/>
        </p:nvSpPr>
        <p:spPr>
          <a:xfrm>
            <a:off x="0" y="3310128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Tonight. Anywhere. With the phone already in your pocket.</a:t>
            </a:r>
            <a:endParaRPr lang="en-US" sz="1500" dirty="0"/>
          </a:p>
        </p:txBody>
      </p:sp>
      <p:sp>
        <p:nvSpPr>
          <p:cNvPr id="76" name="Text 73"/>
          <p:cNvSpPr/>
          <p:nvPr/>
        </p:nvSpPr>
        <p:spPr>
          <a:xfrm>
            <a:off x="0" y="60807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Liam Martin   ·   European Innovation Academy   ·   youratlas.cc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I'M BUILDING THIS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professional in this industry, building the app he needed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74920" cy="4206240"/>
          </a:xfrm>
          <a:prstGeom prst="roundRect">
            <a:avLst>
              <a:gd name="adj" fmla="val 2609"/>
            </a:avLst>
          </a:prstGeom>
          <a:solidFill>
            <a:srgbClr val="F6F4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94560"/>
            <a:ext cx="4343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“I’ve spent thousands of francs on telescopes. Now I live out of a suitcase — just my eyes and a phone. Atlas is the app I wished existed.”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546811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Liam Martin, Founder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1828800"/>
            <a:ext cx="512064" cy="512064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8" name="Image 0" descr="/sessions/dreamy-zealous-galileo/mnt/outputs/atlas_deck/assets/icons/m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7064" y="1975104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93992" y="1801368"/>
            <a:ext cx="47576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Astrophysics, Swinburne University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793992" y="2194560"/>
            <a:ext cx="47576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 Atlas is built 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80760" y="2880360"/>
            <a:ext cx="512064" cy="512064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12" name="Image 1" descr="/sessions/dreamy-zealous-galileo/mnt/outputs/atlas_deck/assets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064" y="302666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93992" y="2852928"/>
            <a:ext cx="47576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Star Sailors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793992" y="3246120"/>
            <a:ext cx="47576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users in a citizen-science space gaming community.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80760" y="3931920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D8232A"/>
          </a:solidFill>
          <a:ln/>
        </p:spPr>
      </p:sp>
      <p:sp>
        <p:nvSpPr>
          <p:cNvPr id="16" name="Shape 12"/>
          <p:cNvSpPr/>
          <p:nvPr/>
        </p:nvSpPr>
        <p:spPr>
          <a:xfrm>
            <a:off x="6208776" y="4152108"/>
            <a:ext cx="256032" cy="716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6300948" y="4059936"/>
            <a:ext cx="71689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4"/>
          <p:cNvSpPr/>
          <p:nvPr/>
        </p:nvSpPr>
        <p:spPr>
          <a:xfrm>
            <a:off x="6793992" y="3904488"/>
            <a:ext cx="47576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developer, DeSci Labs &amp; Star Alliance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793992" y="4498848"/>
            <a:ext cx="47576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Open-science tooling, then airline-scale production systems.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080760" y="4983480"/>
            <a:ext cx="512064" cy="512064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21" name="Image 2" descr="/sessions/dreamy-zealous-galileo/mnt/outputs/atlas_deck/assets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5129784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93992" y="4956048"/>
            <a:ext cx="47576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engineer, fraud prevention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793992" y="5349240"/>
            <a:ext cx="47576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Anti-scam technology with Mastercard and NAB.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→  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whole sky. Just the part that matters tonight.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420624" cy="420624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6" name="Image 0" descr="/sessions/dreamy-zealous-galileo/mnt/outputs/atlas_deck/assets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313432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21284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even visible tonight?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420624" cy="420624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9" name="Image 1" descr="/sessions/dreamy-zealous-galileo/mnt/outputs/atlas_deck/assets/icons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22783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12724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worth going outside?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40080" y="4023360"/>
            <a:ext cx="420624" cy="420624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12" name="Image 2" descr="/sessions/dreamy-zealous-galileo/mnt/outputs/atlas_deck/assets/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142232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404164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I even point my phone?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40080" y="4983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hand you the whole sky and expect you to figure it out.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172200" y="178308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172200" y="219456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F6F4FB"/>
          </a:solidFill>
          <a:ln/>
        </p:spPr>
      </p:sp>
      <p:sp>
        <p:nvSpPr>
          <p:cNvPr id="17" name="Text 12"/>
          <p:cNvSpPr/>
          <p:nvPr/>
        </p:nvSpPr>
        <p:spPr>
          <a:xfrm>
            <a:off x="6537960" y="251460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would see the Moon clearly, with shape, shadow, or surface detail visible by eye.”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537960" y="40690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what Atlas told a beginner in London, tonight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172200" y="4846320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9B3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 of the sky. In plain language. For free.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666" y="399875"/>
            <a:ext cx="50070" cy="5007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41502" y="2765268"/>
            <a:ext cx="31599" cy="31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731867" y="4991010"/>
            <a:ext cx="28220" cy="282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297176" y="3536830"/>
            <a:ext cx="36750" cy="3675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44536" y="3636598"/>
            <a:ext cx="61292" cy="6129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03991" y="6005950"/>
            <a:ext cx="27725" cy="2772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59074" y="1969044"/>
            <a:ext cx="52599" cy="52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85024" y="6237469"/>
            <a:ext cx="46956" cy="469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61957" y="6595253"/>
            <a:ext cx="59009" cy="590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72040" y="256018"/>
            <a:ext cx="36308" cy="3630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158897" y="111945"/>
            <a:ext cx="52846" cy="5284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68354" y="2896409"/>
            <a:ext cx="60015" cy="600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56048" y="4702203"/>
            <a:ext cx="36282" cy="3628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74641" y="896666"/>
            <a:ext cx="34918" cy="34918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309150" y="4323837"/>
            <a:ext cx="23701" cy="2370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14613" y="6291167"/>
            <a:ext cx="55202" cy="552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66907" y="6286890"/>
            <a:ext cx="43267" cy="4326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86605" y="6083093"/>
            <a:ext cx="55660" cy="5566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222719" y="6588218"/>
            <a:ext cx="44016" cy="4401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961550" y="21518"/>
            <a:ext cx="35144" cy="3514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799473" y="3737812"/>
            <a:ext cx="61251" cy="6125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773625" y="5621333"/>
            <a:ext cx="47790" cy="4779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988484" y="3767799"/>
            <a:ext cx="31474" cy="314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826" y="137354"/>
            <a:ext cx="55475" cy="55475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665160" y="75823"/>
            <a:ext cx="45880" cy="458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08800" y="6791941"/>
            <a:ext cx="61627" cy="6162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896577" y="5492451"/>
            <a:ext cx="55345" cy="5534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73051" y="6795837"/>
            <a:ext cx="44754" cy="4475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34089" y="2689570"/>
            <a:ext cx="54677" cy="5467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473073" y="5016041"/>
            <a:ext cx="61787" cy="6178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407707" y="5029795"/>
            <a:ext cx="41629" cy="41629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3176" y="3976974"/>
            <a:ext cx="56302" cy="563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93897" y="3783930"/>
            <a:ext cx="43094" cy="430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176436" y="1698259"/>
            <a:ext cx="41158" cy="4115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071382" y="10564"/>
            <a:ext cx="22915" cy="229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95113" y="5997518"/>
            <a:ext cx="24364" cy="2436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101194" y="2752042"/>
            <a:ext cx="51410" cy="5141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64291" y="2443718"/>
            <a:ext cx="50541" cy="5054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735485" y="3615406"/>
            <a:ext cx="38529" cy="3852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832900" y="1980374"/>
            <a:ext cx="53186" cy="531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47883" y="1701956"/>
            <a:ext cx="55234" cy="5523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415063" y="2918286"/>
            <a:ext cx="58974" cy="589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036488" y="2450876"/>
            <a:ext cx="55352" cy="5535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06160" y="6663826"/>
            <a:ext cx="39500" cy="395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098855" y="3654265"/>
            <a:ext cx="57520" cy="575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55860" y="6741318"/>
            <a:ext cx="41887" cy="41887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303363" y="4762582"/>
            <a:ext cx="44100" cy="4410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995635" y="1094800"/>
            <a:ext cx="37669" cy="3766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16511" y="5853729"/>
            <a:ext cx="33830" cy="3383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73225" y="4656798"/>
            <a:ext cx="60756" cy="607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844401" y="1755134"/>
            <a:ext cx="50928" cy="5092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261438" y="5347615"/>
            <a:ext cx="60680" cy="6068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739751" y="6690518"/>
            <a:ext cx="43609" cy="436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744586" y="4870057"/>
            <a:ext cx="47040" cy="4704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28924" y="4245830"/>
            <a:ext cx="32886" cy="328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117314" y="3284153"/>
            <a:ext cx="51016" cy="5101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626843" y="3808454"/>
            <a:ext cx="57674" cy="576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602345" y="1034555"/>
            <a:ext cx="33489" cy="3348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358611" y="2665306"/>
            <a:ext cx="56436" cy="5643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442091" y="6205891"/>
            <a:ext cx="41786" cy="417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271063" y="4617845"/>
            <a:ext cx="35365" cy="3536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078177" y="6638621"/>
            <a:ext cx="22053" cy="22053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029242" y="5148862"/>
            <a:ext cx="25266" cy="2526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1100424" y="1844126"/>
            <a:ext cx="32494" cy="324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59185" y="4914930"/>
            <a:ext cx="39917" cy="3991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1923210" y="546284"/>
            <a:ext cx="37283" cy="3728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601002" y="4720053"/>
            <a:ext cx="41963" cy="4196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274709" y="3288312"/>
            <a:ext cx="43843" cy="4384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2023373" y="5271360"/>
            <a:ext cx="49781" cy="4978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0123830" y="227985"/>
            <a:ext cx="50800" cy="508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THAT SELLS ITSELF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40080" y="114300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0000" dirty="0"/>
          </a:p>
        </p:txBody>
      </p:sp>
      <p:sp>
        <p:nvSpPr>
          <p:cNvPr id="74" name="Text 72"/>
          <p:cNvSpPr/>
          <p:nvPr/>
        </p:nvSpPr>
        <p:spPr>
          <a:xfrm>
            <a:off x="640080" y="26060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free users opened Plan — the trip planner</a:t>
            </a:r>
            <a:endParaRPr lang="en-US" sz="1700" dirty="0"/>
          </a:p>
        </p:txBody>
      </p:sp>
      <p:sp>
        <p:nvSpPr>
          <p:cNvPr id="75" name="Text 73"/>
          <p:cNvSpPr/>
          <p:nvPr/>
        </p:nvSpPr>
        <p:spPr>
          <a:xfrm>
            <a:off x="640080" y="333756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but 4 started subscribing on the spot.</a:t>
            </a:r>
            <a:endParaRPr lang="en-US" sz="2200" dirty="0"/>
          </a:p>
        </p:txBody>
      </p:sp>
      <p:sp>
        <p:nvSpPr>
          <p:cNvPr id="76" name="Text 74"/>
          <p:cNvSpPr/>
          <p:nvPr/>
        </p:nvSpPr>
        <p:spPr>
          <a:xfrm>
            <a:off x="7223760" y="164592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BUNDLES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7223760" y="2148840"/>
            <a:ext cx="530352" cy="530352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78" name="Image 0" descr="/sessions/dreamy-zealous-galileo/mnt/outputs/atlas_deck/assets/icons/m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0064" y="2295144"/>
            <a:ext cx="237744" cy="237744"/>
          </a:xfrm>
          <a:prstGeom prst="rect">
            <a:avLst/>
          </a:prstGeom>
        </p:spPr>
      </p:pic>
      <p:sp>
        <p:nvSpPr>
          <p:cNvPr id="79" name="Text 76"/>
          <p:cNvSpPr/>
          <p:nvPr/>
        </p:nvSpPr>
        <p:spPr>
          <a:xfrm>
            <a:off x="7955280" y="214884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time to go outside</a:t>
            </a:r>
            <a:endParaRPr lang="en-US" sz="1600" dirty="0"/>
          </a:p>
        </p:txBody>
      </p:sp>
      <p:sp>
        <p:nvSpPr>
          <p:cNvPr id="80" name="Shape 77"/>
          <p:cNvSpPr/>
          <p:nvPr/>
        </p:nvSpPr>
        <p:spPr>
          <a:xfrm>
            <a:off x="7223760" y="3291840"/>
            <a:ext cx="530352" cy="530352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81" name="Image 1" descr="/sessions/dreamy-zealous-galileo/mnt/outputs/atlas_deck/assets/icons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4" y="3438144"/>
            <a:ext cx="237744" cy="237744"/>
          </a:xfrm>
          <a:prstGeom prst="rect">
            <a:avLst/>
          </a:prstGeom>
        </p:spPr>
      </p:pic>
      <p:sp>
        <p:nvSpPr>
          <p:cNvPr id="82" name="Text 78"/>
          <p:cNvSpPr/>
          <p:nvPr/>
        </p:nvSpPr>
        <p:spPr>
          <a:xfrm>
            <a:off x="7955280" y="329184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direction to point</a:t>
            </a:r>
            <a:endParaRPr lang="en-US" sz="1600" dirty="0"/>
          </a:p>
        </p:txBody>
      </p:sp>
      <p:sp>
        <p:nvSpPr>
          <p:cNvPr id="83" name="Shape 79"/>
          <p:cNvSpPr/>
          <p:nvPr/>
        </p:nvSpPr>
        <p:spPr>
          <a:xfrm>
            <a:off x="7223760" y="4434840"/>
            <a:ext cx="530352" cy="530352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84" name="Image 2" descr="/sessions/dreamy-zealous-galileo/mnt/outputs/atlas_deck/assets/icons/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4581144"/>
            <a:ext cx="237744" cy="237744"/>
          </a:xfrm>
          <a:prstGeom prst="rect">
            <a:avLst/>
          </a:prstGeom>
        </p:spPr>
      </p:pic>
      <p:sp>
        <p:nvSpPr>
          <p:cNvPr id="85" name="Text 80"/>
          <p:cNvSpPr/>
          <p:nvPr/>
        </p:nvSpPr>
        <p:spPr>
          <a:xfrm>
            <a:off x="7955280" y="443484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Phone-specific camera settings</a:t>
            </a:r>
            <a:endParaRPr lang="en-US" sz="1600" dirty="0"/>
          </a:p>
        </p:txBody>
      </p:sp>
      <p:sp>
        <p:nvSpPr>
          <p:cNvPr id="86" name="Text 81"/>
          <p:cNvSpPr/>
          <p:nvPr/>
        </p:nvSpPr>
        <p:spPr>
          <a:xfrm>
            <a:off x="7223760" y="56692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page. One plan.</a:t>
            </a:r>
            <a:endParaRPr lang="en-US" sz="1500" dirty="0"/>
          </a:p>
        </p:txBody>
      </p:sp>
      <p:sp>
        <p:nvSpPr>
          <p:cNvPr id="87" name="Text 82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88" name="Text 83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weeks. Real strangers. Real money.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14 July 2026 — zero ad spend.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0B0D14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31343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04672" y="3136392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signups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74136" y="205740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0B0D14"/>
          </a:solidFill>
          <a:ln/>
        </p:spPr>
      </p:sp>
      <p:sp>
        <p:nvSpPr>
          <p:cNvPr id="9" name="Text 7"/>
          <p:cNvSpPr/>
          <p:nvPr/>
        </p:nvSpPr>
        <p:spPr>
          <a:xfrm>
            <a:off x="3538728" y="231343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538728" y="3136392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customers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08192" y="205740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0B0D14"/>
          </a:solidFill>
          <a:ln/>
        </p:spPr>
      </p:sp>
      <p:sp>
        <p:nvSpPr>
          <p:cNvPr id="12" name="Text 10"/>
          <p:cNvSpPr/>
          <p:nvPr/>
        </p:nvSpPr>
        <p:spPr>
          <a:xfrm>
            <a:off x="6272784" y="231343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CHF 1,028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272784" y="3136392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collected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42248" y="205740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0B0D14"/>
          </a:solidFill>
          <a:ln/>
        </p:spPr>
      </p:sp>
      <p:sp>
        <p:nvSpPr>
          <p:cNvPr id="15" name="Text 13"/>
          <p:cNvSpPr/>
          <p:nvPr/>
        </p:nvSpPr>
        <p:spPr>
          <a:xfrm>
            <a:off x="9006840" y="231343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006840" y="3136392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strangers*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0080" y="3977640"/>
          <a:ext cx="553212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537960" y="3977640"/>
            <a:ext cx="5029200" cy="1965960"/>
          </a:xfrm>
          <a:prstGeom prst="roundRect">
            <a:avLst>
              <a:gd name="adj" fmla="val 4651"/>
            </a:avLst>
          </a:prstGeom>
          <a:solidFill>
            <a:srgbClr val="F6F4FB"/>
          </a:solidFill>
          <a:ln/>
        </p:spPr>
      </p:sp>
      <p:sp>
        <p:nvSpPr>
          <p:cNvPr id="19" name="Shape 16"/>
          <p:cNvSpPr/>
          <p:nvPr/>
        </p:nvSpPr>
        <p:spPr>
          <a:xfrm>
            <a:off x="6812280" y="4251960"/>
            <a:ext cx="457200" cy="457200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20" name="Image 0" descr="/sessions/dreamy-zealous-galileo/mnt/outputs/atlas_deck/assets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584" y="4398264"/>
            <a:ext cx="164592" cy="1645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12280" y="487375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1,254 story views → 40 clicks into the app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812280" y="551383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Stories. One personal account. Zero ad spend.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40080" y="60624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*21 have no personal relationship to the founder — several via an Amsterdam astronomy group.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this grows from here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confidence Atlas already builds — here’s where it leads.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56432" cy="2514600"/>
          </a:xfrm>
          <a:prstGeom prst="roundRect">
            <a:avLst>
              <a:gd name="adj" fmla="val 4364"/>
            </a:avLst>
          </a:prstGeom>
          <a:solidFill>
            <a:srgbClr val="F6F4FB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441448"/>
            <a:ext cx="548640" cy="548640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7" name="Image 0" descr="/sessions/dreamy-zealous-galileo/mnt/outputs/atlas_deck/assets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58775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136392"/>
            <a:ext cx="28712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Affiliate &amp; gear partners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32688" y="3794760"/>
            <a:ext cx="28712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 into better gear, without owning it outright.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15968" y="2148840"/>
            <a:ext cx="3456432" cy="2514600"/>
          </a:xfrm>
          <a:prstGeom prst="roundRect">
            <a:avLst>
              <a:gd name="adj" fmla="val 4364"/>
            </a:avLst>
          </a:prstGeom>
          <a:solidFill>
            <a:srgbClr val="F6F4FB"/>
          </a:solidFill>
          <a:ln/>
        </p:spPr>
      </p:sp>
      <p:sp>
        <p:nvSpPr>
          <p:cNvPr id="11" name="Shape 8"/>
          <p:cNvSpPr/>
          <p:nvPr/>
        </p:nvSpPr>
        <p:spPr>
          <a:xfrm>
            <a:off x="4608576" y="2441448"/>
            <a:ext cx="548640" cy="548640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12" name="Image 1" descr="/sessions/dreamy-zealous-galileo/mnt/outputs/atlas_deck/assets/icons/b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587752"/>
            <a:ext cx="256032" cy="2560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961888" y="253288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B0D14"/>
          </a:solidFill>
          <a:ln/>
        </p:spPr>
      </p:sp>
      <p:sp>
        <p:nvSpPr>
          <p:cNvPr id="14" name="Text 10"/>
          <p:cNvSpPr/>
          <p:nvPr/>
        </p:nvSpPr>
        <p:spPr>
          <a:xfrm>
            <a:off x="5961888" y="253288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Mentor-validated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608576" y="3136392"/>
            <a:ext cx="28712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&amp; dark-sky tours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08576" y="3794760"/>
            <a:ext cx="28712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Ticketed, in-person nights at real dark-sky sites.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991856" y="2148840"/>
            <a:ext cx="3456432" cy="2514600"/>
          </a:xfrm>
          <a:prstGeom prst="roundRect">
            <a:avLst>
              <a:gd name="adj" fmla="val 4364"/>
            </a:avLst>
          </a:prstGeom>
          <a:solidFill>
            <a:srgbClr val="F6F4FB"/>
          </a:solidFill>
          <a:ln/>
        </p:spPr>
      </p:sp>
      <p:sp>
        <p:nvSpPr>
          <p:cNvPr id="18" name="Shape 14"/>
          <p:cNvSpPr/>
          <p:nvPr/>
        </p:nvSpPr>
        <p:spPr>
          <a:xfrm>
            <a:off x="8284464" y="2441448"/>
            <a:ext cx="548640" cy="548640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19" name="Image 2" descr="/sessions/dreamy-zealous-galileo/mnt/outputs/atlas_deck/assets/icons/mega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587752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84464" y="3136392"/>
            <a:ext cx="28712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Subscriber growth flywheel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84464" y="3794760"/>
            <a:ext cx="28712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Shorts and The Daily Transit, converting strangers already.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Atlas needs next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57800" cy="3017520"/>
          </a:xfrm>
          <a:prstGeom prst="roundRect">
            <a:avLst>
              <a:gd name="adj" fmla="val 3636"/>
            </a:avLst>
          </a:prstGeom>
          <a:solidFill>
            <a:srgbClr val="F6F4FB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77440"/>
            <a:ext cx="621792" cy="621792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6" name="Image 0" descr="/sessions/dreamy-zealous-galileo/mnt/outputs/atlas_deck/assets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54203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2004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funding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05840" y="3749040"/>
            <a:ext cx="4526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Atlas off the phone — real dark-sky tours, real events, real physical presence in the cities we already have users in.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011680"/>
            <a:ext cx="5257800" cy="3017520"/>
          </a:xfrm>
          <a:prstGeom prst="roundRect">
            <a:avLst>
              <a:gd name="adj" fmla="val 3636"/>
            </a:avLst>
          </a:prstGeom>
          <a:solidFill>
            <a:srgbClr val="F6F4FB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2377440"/>
            <a:ext cx="621792" cy="621792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11" name="Image 1" descr="/sessions/dreamy-zealous-galileo/mnt/outputs/atlas_deck/assets/icons/handsh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54203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400" y="32004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strategic partner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6629400" y="3749040"/>
            <a:ext cx="4526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Atlas more capable and help build the infrastructure for space tourism — with Atlas as the flagship.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528523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7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app already in your pocket, to the trip you actually take.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666" y="399875"/>
            <a:ext cx="50070" cy="5007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41502" y="2765268"/>
            <a:ext cx="31599" cy="31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731867" y="4991010"/>
            <a:ext cx="28220" cy="282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297176" y="3536830"/>
            <a:ext cx="36750" cy="3675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44536" y="3636598"/>
            <a:ext cx="61292" cy="6129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03991" y="6005950"/>
            <a:ext cx="27725" cy="2772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59074" y="1969044"/>
            <a:ext cx="52599" cy="52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85024" y="6237469"/>
            <a:ext cx="46956" cy="469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61957" y="6595253"/>
            <a:ext cx="59009" cy="590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72040" y="256018"/>
            <a:ext cx="36308" cy="3630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158897" y="111945"/>
            <a:ext cx="52846" cy="5284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68354" y="2896409"/>
            <a:ext cx="60015" cy="600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56048" y="4702203"/>
            <a:ext cx="36282" cy="3628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74641" y="896666"/>
            <a:ext cx="34918" cy="34918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309150" y="4323837"/>
            <a:ext cx="23701" cy="2370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14613" y="6291167"/>
            <a:ext cx="55202" cy="552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66907" y="6286890"/>
            <a:ext cx="43267" cy="4326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86605" y="6083093"/>
            <a:ext cx="55660" cy="5566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222719" y="6588218"/>
            <a:ext cx="44016" cy="4401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961550" y="21518"/>
            <a:ext cx="35144" cy="3514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799473" y="3737812"/>
            <a:ext cx="61251" cy="6125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773625" y="5621333"/>
            <a:ext cx="47790" cy="4779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988484" y="3767799"/>
            <a:ext cx="31474" cy="314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826" y="137354"/>
            <a:ext cx="55475" cy="55475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665160" y="75823"/>
            <a:ext cx="45880" cy="458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08800" y="6791941"/>
            <a:ext cx="61627" cy="6162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896577" y="5492451"/>
            <a:ext cx="55345" cy="5534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73051" y="6795837"/>
            <a:ext cx="44754" cy="4475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34089" y="2689570"/>
            <a:ext cx="54677" cy="5467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473073" y="5016041"/>
            <a:ext cx="61787" cy="6178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407707" y="5029795"/>
            <a:ext cx="41629" cy="41629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3176" y="3976974"/>
            <a:ext cx="56302" cy="563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93897" y="3783930"/>
            <a:ext cx="43094" cy="430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176436" y="1698259"/>
            <a:ext cx="41158" cy="4115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071382" y="10564"/>
            <a:ext cx="22915" cy="229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95113" y="5997518"/>
            <a:ext cx="24364" cy="2436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101194" y="2752042"/>
            <a:ext cx="51410" cy="5141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64291" y="2443718"/>
            <a:ext cx="50541" cy="5054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735485" y="3615406"/>
            <a:ext cx="38529" cy="3852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832900" y="1980374"/>
            <a:ext cx="53186" cy="531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47883" y="1701956"/>
            <a:ext cx="55234" cy="5523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415063" y="2918286"/>
            <a:ext cx="58974" cy="589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036488" y="2450876"/>
            <a:ext cx="55352" cy="5535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06160" y="6663826"/>
            <a:ext cx="39500" cy="395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098855" y="3654265"/>
            <a:ext cx="57520" cy="575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55860" y="6741318"/>
            <a:ext cx="41887" cy="41887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303363" y="4762582"/>
            <a:ext cx="44100" cy="4410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995635" y="1094800"/>
            <a:ext cx="37669" cy="3766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16511" y="5853729"/>
            <a:ext cx="33830" cy="3383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73225" y="4656798"/>
            <a:ext cx="60756" cy="607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844401" y="1755134"/>
            <a:ext cx="50928" cy="5092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261438" y="5347615"/>
            <a:ext cx="60680" cy="6068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739751" y="6690518"/>
            <a:ext cx="43609" cy="436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744586" y="4870057"/>
            <a:ext cx="47040" cy="4704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28924" y="4245830"/>
            <a:ext cx="32886" cy="328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117314" y="3284153"/>
            <a:ext cx="51016" cy="5101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626843" y="3808454"/>
            <a:ext cx="57674" cy="576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602345" y="1034555"/>
            <a:ext cx="33489" cy="3348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358611" y="2665306"/>
            <a:ext cx="56436" cy="5643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442091" y="6205891"/>
            <a:ext cx="41786" cy="417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271063" y="4617845"/>
            <a:ext cx="35365" cy="3536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078177" y="6638621"/>
            <a:ext cx="22053" cy="22053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029242" y="5148862"/>
            <a:ext cx="25266" cy="2526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1100424" y="1844126"/>
            <a:ext cx="32494" cy="324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59185" y="4914930"/>
            <a:ext cx="39917" cy="3991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1923210" y="546284"/>
            <a:ext cx="37283" cy="3728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601002" y="4720053"/>
            <a:ext cx="41963" cy="4196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274709" y="3288312"/>
            <a:ext cx="43843" cy="4384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2023373" y="5271360"/>
            <a:ext cx="49781" cy="4978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0123830" y="227985"/>
            <a:ext cx="50800" cy="508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72" name="Image 0" descr="/sessions/dreamy-zealous-galileo/mnt/outputs/atlas_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7228" y="1371600"/>
            <a:ext cx="777240" cy="777240"/>
          </a:xfrm>
          <a:prstGeom prst="rect">
            <a:avLst/>
          </a:prstGeom>
        </p:spPr>
      </p:pic>
      <p:sp>
        <p:nvSpPr>
          <p:cNvPr id="73" name="Text 70"/>
          <p:cNvSpPr/>
          <p:nvPr/>
        </p:nvSpPr>
        <p:spPr>
          <a:xfrm>
            <a:off x="0" y="246888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i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stargaze.</a:t>
            </a:r>
            <a:endParaRPr lang="en-US" sz="4200" dirty="0"/>
          </a:p>
        </p:txBody>
      </p:sp>
      <p:sp>
        <p:nvSpPr>
          <p:cNvPr id="74" name="Text 71"/>
          <p:cNvSpPr/>
          <p:nvPr/>
        </p:nvSpPr>
        <p:spPr>
          <a:xfrm>
            <a:off x="0" y="3310128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Tonight. Anywhere. With what’s already in your pocket.</a:t>
            </a:r>
            <a:endParaRPr lang="en-US" sz="1600" dirty="0"/>
          </a:p>
        </p:txBody>
      </p:sp>
      <p:sp>
        <p:nvSpPr>
          <p:cNvPr id="75" name="Text 72"/>
          <p:cNvSpPr/>
          <p:nvPr/>
        </p:nvSpPr>
        <p:spPr>
          <a:xfrm>
            <a:off x="0" y="4663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youratlas.cc   ·   Liam Martin   ·   liam@skinetics.tech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2026-07-29T22:03:50Z</dcterms:created>
  <dcterms:modified xsi:type="dcterms:W3CDTF">2026-07-29T22:03:50Z</dcterms:modified>
</cp:coreProperties>
</file>