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B3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D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Signups</c:v>
                  </c:pt>
                  <c:pt idx="1">
                    <c:v>Paying customers</c:v>
                  </c:pt>
                  <c:pt idx="2">
                    <c:v>Paying strangers*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61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0D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8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years ago I was carrying a telescope worth more than my car. Tonight, all I carry is my phone. This is Atlas — the app that tells you: yes, you CAN stargaze, tonight, from exactly where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spent my career in this exact space — I studied astrophysics at Swinburne, built open-science software as a fullstack developer at DeSci Labs, and shipped production code at airline scale on the Swiss team within Star Alliance. I also built fraud-prevention technology with Mastercard and NAB. But Atlas didn't come from a boardroom. It came from standing outside, phone in hand, not knowing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problem: astronomy apps hand beginners the entire sky — every star, every catalog entry — and expect them to figure it out. That's not guidance, that's paralysis. Atlas does the opposite. It takes the maths — altitude, moonlight, cloud cover, timing — and turns it into one sentence: you'll see the Moon clearly tonight, southwest, low on the horizon. We're not giving you 100% of the sky. We're giving you the 90% that's actually visible tonight — free, with the phone already in your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feature is where this clicks. It bundles the best time, the exact direction, and phone-specific camera settings into one page. Every single free user opened it. All but four started subscribing on the spot. We didn't have to sell this feature — it sold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two weeks since July 14th: 75 signups, 61 paying customers, CHF 1,028 in revenue — with zero ad spend. Twenty-one of those customers have no personal relationship with me at all — several found Atlas through an astronomy group in Amsterdam. One Instagram story cycle brought 1,254 views and 40 people straight into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entries and photo challenges aren't there to keep people scrolling — they build the confidence to go outside, and the natural next step is meeting other stargazers in person. That's where this grows: affiliate partnerships so users can borrow their way into better gear, dark-sky group tours — the single angle every mentor I've spoken to has flagged as most exciting — and a zero-budget content engine already turning strangers into 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exists to say one thing to anyone who's ever looked up and felt lost: you CAN stargaze. Tonight, anywhere, with what's already in your pocket.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788" y="777240"/>
            <a:ext cx="960120" cy="9601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74" name="Text 71"/>
          <p:cNvSpPr/>
          <p:nvPr/>
        </p:nvSpPr>
        <p:spPr>
          <a:xfrm>
            <a:off x="0" y="2761488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2600" dirty="0"/>
          </a:p>
        </p:txBody>
      </p:sp>
      <p:sp>
        <p:nvSpPr>
          <p:cNvPr id="75" name="Text 72"/>
          <p:cNvSpPr/>
          <p:nvPr/>
        </p:nvSpPr>
        <p:spPr>
          <a:xfrm>
            <a:off x="0" y="33101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Martin   ·   European Innovation Academy   ·   youratlas.cc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6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Now I live out of a suitcase — just my eyes and a phone. Atlas is the app I wished existed.”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51937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20208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93992" y="1847088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Astrophysics, Swinburne University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93992" y="2240280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Atlas is built 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317296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8232A"/>
          </a:solidFill>
          <a:ln/>
        </p:spPr>
      </p:sp>
      <p:sp>
        <p:nvSpPr>
          <p:cNvPr id="12" name="Shape 9"/>
          <p:cNvSpPr/>
          <p:nvPr/>
        </p:nvSpPr>
        <p:spPr>
          <a:xfrm>
            <a:off x="6208776" y="3393156"/>
            <a:ext cx="256032" cy="71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0948" y="3300984"/>
            <a:ext cx="71689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793992" y="3145536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developer, DeSci Labs &amp; Star Alliance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93992" y="3739896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Open-science tooling, then airline-scale production systems.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4471416"/>
            <a:ext cx="512064" cy="51206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7" name="Image 1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461772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93992" y="4443984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93992" y="4837176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Anti-scam technology with Mastercard and NAB.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6" name="Image 0" descr="/sessions/dreamy-zealous-galileo/mnt/outputs/atlas_deck/assets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1343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128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even visible tonight?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9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278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272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worth going outside?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2" descr="/sessions/dreamy-zealous-galileo/mnt/outputs/atlas_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4223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0416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even point my phone?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0080" y="4983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hand you the whole sky and expect you to figure it out.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72200" y="1783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21945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6F4FB"/>
          </a:solidFill>
          <a:ln/>
        </p:spPr>
      </p:sp>
      <p:sp>
        <p:nvSpPr>
          <p:cNvPr id="17" name="Text 12"/>
          <p:cNvSpPr/>
          <p:nvPr/>
        </p:nvSpPr>
        <p:spPr>
          <a:xfrm>
            <a:off x="6537960" y="25146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would see the Moon clearly, with shape, shadow, or surface detail visible by eye.”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537960" y="4069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Atlas told a beginner in London, tonight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484632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11430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0000" dirty="0"/>
          </a:p>
        </p:txBody>
      </p:sp>
      <p:sp>
        <p:nvSpPr>
          <p:cNvPr id="74" name="Text 72"/>
          <p:cNvSpPr/>
          <p:nvPr/>
        </p:nvSpPr>
        <p:spPr>
          <a:xfrm>
            <a:off x="640080" y="2606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640080" y="33375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4 started subscribing on the spot.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7223760" y="16459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223760" y="2148840"/>
            <a:ext cx="530352" cy="530352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8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2295144"/>
            <a:ext cx="237744" cy="237744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7955280" y="2148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go outside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223760" y="3291840"/>
            <a:ext cx="530352" cy="530352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81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3438144"/>
            <a:ext cx="237744" cy="237744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7955280" y="3291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direction to point</a:t>
            </a:r>
            <a:endParaRPr lang="en-US" sz="1600" dirty="0"/>
          </a:p>
        </p:txBody>
      </p:sp>
      <p:sp>
        <p:nvSpPr>
          <p:cNvPr id="83" name="Shape 79"/>
          <p:cNvSpPr/>
          <p:nvPr/>
        </p:nvSpPr>
        <p:spPr>
          <a:xfrm>
            <a:off x="7223760" y="4434840"/>
            <a:ext cx="530352" cy="530352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4" name="Image 2" descr="/sessions/dreamy-zealous-galileo/mnt/outputs/atlas_deck/asset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4581144"/>
            <a:ext cx="237744" cy="237744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7955280" y="4434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Phone-specific camera settings</a:t>
            </a:r>
            <a:endParaRPr lang="en-US" sz="1600" dirty="0"/>
          </a:p>
        </p:txBody>
      </p:sp>
      <p:sp>
        <p:nvSpPr>
          <p:cNvPr id="86" name="Text 81"/>
          <p:cNvSpPr/>
          <p:nvPr/>
        </p:nvSpPr>
        <p:spPr>
          <a:xfrm>
            <a:off x="7223760" y="5669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One plan.</a:t>
            </a:r>
            <a:endParaRPr lang="en-US" sz="1500" dirty="0"/>
          </a:p>
        </p:txBody>
      </p:sp>
      <p:sp>
        <p:nvSpPr>
          <p:cNvPr id="87" name="Text 82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72784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248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6840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7764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6F4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812280" y="425196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4398264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48737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story views → 40 clicks into the 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12280" y="5513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Stories. One personal account. Zero ad spend.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60624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*21 have no personal relationship to the founder — several via an Amsterdam astronomy group.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Atlas already builds — here’s where it leads.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into better gear, without owning it outright.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08576" y="2441448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8775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61888" y="2532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4" name="Text 10"/>
          <p:cNvSpPr/>
          <p:nvPr/>
        </p:nvSpPr>
        <p:spPr>
          <a:xfrm>
            <a:off x="5961888" y="2532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08576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Ticketed, in-person nights at real dark-sky sites.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991856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9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5877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84464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 and The Daily Transit, converting strangers already.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371600"/>
            <a:ext cx="777240" cy="77724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4200" dirty="0"/>
          </a:p>
        </p:txBody>
      </p:sp>
      <p:sp>
        <p:nvSpPr>
          <p:cNvPr id="74" name="Text 7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   ·   Liam Martin   ·   liam@skinetics.tech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2026-07-29T21:47:42Z</dcterms:created>
  <dcterms:modified xsi:type="dcterms:W3CDTF">2026-07-29T21:47:42Z</dcterms:modified>
</cp:coreProperties>
</file>